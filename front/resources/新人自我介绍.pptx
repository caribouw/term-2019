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745" r:id="rId2"/>
  </p:sldIdLst>
  <p:sldSz cx="9144000" cy="5143500" type="screen16x9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  <p15:guide id="3" pos="5400" userDrawn="1">
          <p15:clr>
            <a:srgbClr val="A4A3A4"/>
          </p15:clr>
        </p15:guide>
        <p15:guide id="4" pos="3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." initials="." lastIdx="1" clrIdx="0">
    <p:extLst>
      <p:ext uri="{19B8F6BF-5375-455C-9EA6-DF929625EA0E}">
        <p15:presenceInfo xmlns:p15="http://schemas.microsoft.com/office/powerpoint/2012/main" userId=".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BC25"/>
    <a:srgbClr val="000000"/>
    <a:srgbClr val="D71920"/>
    <a:srgbClr val="787878"/>
    <a:srgbClr val="D7EFAB"/>
    <a:srgbClr val="2C5234"/>
    <a:srgbClr val="380221"/>
    <a:srgbClr val="035C92"/>
    <a:srgbClr val="8EFA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7386" autoAdjust="0"/>
  </p:normalViewPr>
  <p:slideViewPr>
    <p:cSldViewPr snapToGrid="0" showGuides="1">
      <p:cViewPr varScale="1">
        <p:scale>
          <a:sx n="75" d="100"/>
          <a:sy n="75" d="100"/>
        </p:scale>
        <p:origin x="972" y="52"/>
      </p:cViewPr>
      <p:guideLst>
        <p:guide orient="horz"/>
        <p:guide/>
        <p:guide pos="5400"/>
        <p:guide pos="3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78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AAEA3F34-D608-9B45-9515-8294AFD5FCED}" type="datetimeFigureOut">
              <a:rPr lang="en-US"/>
              <a:pPr>
                <a:defRPr/>
              </a:pPr>
              <a:t>9/6/2019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E336447-6DB0-0540-9ABE-EC13206E9C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4494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B12C7F38-5E21-E34B-9E19-C845B34FFFAE}" type="datetimeFigureOut">
              <a:rPr lang="en-US"/>
              <a:pPr>
                <a:defRPr/>
              </a:pPr>
              <a:t>9/6/2019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noProof="0"/>
              <a:t>Click to edit Master text styles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09953C0A-3EDA-BF4A-885C-A67518CE7F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326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ext - Blank - op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960E120-A24F-5B40-AACB-118B8C52C3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286250"/>
            <a:ext cx="9144000" cy="85725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69DD7DA-FF24-6441-8980-6DFBD67D66AC}"/>
              </a:ext>
            </a:extLst>
          </p:cNvPr>
          <p:cNvCxnSpPr/>
          <p:nvPr userDrawn="1"/>
        </p:nvCxnSpPr>
        <p:spPr>
          <a:xfrm>
            <a:off x="711200" y="4749286"/>
            <a:ext cx="0" cy="184150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E1D0F09-30C1-8349-A6C3-DF586CAC5C9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07449" y="4698486"/>
            <a:ext cx="153035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en-CA" sz="800" b="0" i="0" u="none" strike="noStrike" kern="1200" dirty="0">
                <a:solidFill>
                  <a:schemeClr val="accent1">
                    <a:lumMod val="50000"/>
                  </a:schemeClr>
                </a:solidFill>
                <a:effectLst/>
                <a:latin typeface="Calibri" charset="0"/>
                <a:ea typeface="ＭＳ Ｐゴシック" charset="-128"/>
                <a:cs typeface="ＭＳ Ｐゴシック" charset="0"/>
              </a:rPr>
              <a:t>© 2019 Trend Micro Inc.</a:t>
            </a:r>
            <a:endParaRPr lang="en-US" altLang="en-US" sz="800" dirty="0">
              <a:solidFill>
                <a:schemeClr val="accent1">
                  <a:lumMod val="50000"/>
                </a:schemeClr>
              </a:solidFill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238C3E-8DBB-C146-A20E-E825C2241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" y="4698486"/>
            <a:ext cx="231775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fld id="{254965D2-80C0-1A45-9A24-F6B60E31FA3F}" type="slidenum">
              <a:rPr lang="en-US" sz="800" smtClean="0">
                <a:solidFill>
                  <a:srgbClr val="7F7F7F"/>
                </a:solidFill>
              </a:rPr>
              <a:pPr eaLnBrk="1" hangingPunct="1">
                <a:defRPr/>
              </a:pPr>
              <a:t>‹#›</a:t>
            </a:fld>
            <a:endParaRPr lang="en-US" sz="800" dirty="0">
              <a:solidFill>
                <a:srgbClr val="7F7F7F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408" y="4663440"/>
            <a:ext cx="950613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7860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- Title Only - o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266E91-7610-2E41-9CD5-D9A6B56D54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286250"/>
            <a:ext cx="9144000" cy="857250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 userDrawn="1"/>
        </p:nvCxnSpPr>
        <p:spPr>
          <a:xfrm>
            <a:off x="711200" y="4749286"/>
            <a:ext cx="0" cy="184150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907449" y="4698486"/>
            <a:ext cx="153035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en-CA" sz="800" b="0" i="0" u="none" strike="noStrike" kern="1200" dirty="0">
                <a:solidFill>
                  <a:schemeClr val="accent1">
                    <a:lumMod val="50000"/>
                  </a:schemeClr>
                </a:solidFill>
                <a:effectLst/>
                <a:latin typeface="Calibri" charset="0"/>
                <a:ea typeface="ＭＳ Ｐゴシック" charset="-128"/>
                <a:cs typeface="ＭＳ Ｐゴシック" charset="0"/>
              </a:rPr>
              <a:t>© 2019 Trend Micro Inc.</a:t>
            </a:r>
            <a:endParaRPr lang="en-US" altLang="en-US" sz="800" dirty="0">
              <a:solidFill>
                <a:schemeClr val="accent1">
                  <a:lumMod val="50000"/>
                </a:schemeClr>
              </a:solidFill>
              <a:cs typeface="+mn-cs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457200" y="4698486"/>
            <a:ext cx="231775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fld id="{254965D2-80C0-1A45-9A24-F6B60E31FA3F}" type="slidenum">
              <a:rPr lang="en-US" sz="800" smtClean="0">
                <a:solidFill>
                  <a:srgbClr val="7F7F7F"/>
                </a:solidFill>
              </a:rPr>
              <a:pPr eaLnBrk="1" hangingPunct="1">
                <a:defRPr/>
              </a:pPr>
              <a:t>‹#›</a:t>
            </a:fld>
            <a:endParaRPr lang="en-US" sz="800" dirty="0">
              <a:solidFill>
                <a:srgbClr val="7F7F7F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DAC86A0-AFF4-9B49-9A22-6EAA42C68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088" y="371920"/>
            <a:ext cx="8004175" cy="531360"/>
          </a:xfrm>
        </p:spPr>
        <p:txBody>
          <a:bodyPr lIns="0" tIns="0" rIns="0" bIns="91440"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408" y="4663440"/>
            <a:ext cx="950613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8036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088" y="371920"/>
            <a:ext cx="8004175" cy="531359"/>
          </a:xfrm>
        </p:spPr>
        <p:txBody>
          <a:bodyPr lIns="0" tIns="0" rIns="0" bIns="91440" anchor="b"/>
          <a:lstStyle>
            <a:lvl1pPr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4A0B683-E89F-7C4F-AF31-630438A713EB}"/>
              </a:ext>
            </a:extLst>
          </p:cNvPr>
          <p:cNvGrpSpPr/>
          <p:nvPr userDrawn="1"/>
        </p:nvGrpSpPr>
        <p:grpSpPr>
          <a:xfrm>
            <a:off x="2129814" y="1696201"/>
            <a:ext cx="4884372" cy="2063118"/>
            <a:chOff x="2567477" y="1435848"/>
            <a:chExt cx="4037743" cy="1705509"/>
          </a:xfrm>
        </p:grpSpPr>
        <p:sp>
          <p:nvSpPr>
            <p:cNvPr id="21" name="Freeform 20"/>
            <p:cNvSpPr/>
            <p:nvPr/>
          </p:nvSpPr>
          <p:spPr>
            <a:xfrm rot="10800000">
              <a:off x="2567477" y="1435848"/>
              <a:ext cx="4037743" cy="1705509"/>
            </a:xfrm>
            <a:custGeom>
              <a:avLst/>
              <a:gdLst>
                <a:gd name="connsiteX0" fmla="*/ 4001409 w 4037743"/>
                <a:gd name="connsiteY0" fmla="*/ 1705509 h 1705509"/>
                <a:gd name="connsiteX1" fmla="*/ 36334 w 4037743"/>
                <a:gd name="connsiteY1" fmla="*/ 1705509 h 1705509"/>
                <a:gd name="connsiteX2" fmla="*/ 0 w 4037743"/>
                <a:gd name="connsiteY2" fmla="*/ 1669175 h 1705509"/>
                <a:gd name="connsiteX3" fmla="*/ 0 w 4037743"/>
                <a:gd name="connsiteY3" fmla="*/ 303461 h 1705509"/>
                <a:gd name="connsiteX4" fmla="*/ 36334 w 4037743"/>
                <a:gd name="connsiteY4" fmla="*/ 267127 h 1705509"/>
                <a:gd name="connsiteX5" fmla="*/ 1863939 w 4037743"/>
                <a:gd name="connsiteY5" fmla="*/ 267127 h 1705509"/>
                <a:gd name="connsiteX6" fmla="*/ 2018873 w 4037743"/>
                <a:gd name="connsiteY6" fmla="*/ 0 h 1705509"/>
                <a:gd name="connsiteX7" fmla="*/ 2173806 w 4037743"/>
                <a:gd name="connsiteY7" fmla="*/ 267127 h 1705509"/>
                <a:gd name="connsiteX8" fmla="*/ 4001409 w 4037743"/>
                <a:gd name="connsiteY8" fmla="*/ 267127 h 1705509"/>
                <a:gd name="connsiteX9" fmla="*/ 4037743 w 4037743"/>
                <a:gd name="connsiteY9" fmla="*/ 303461 h 1705509"/>
                <a:gd name="connsiteX10" fmla="*/ 4037743 w 4037743"/>
                <a:gd name="connsiteY10" fmla="*/ 1669175 h 1705509"/>
                <a:gd name="connsiteX11" fmla="*/ 4001409 w 4037743"/>
                <a:gd name="connsiteY11" fmla="*/ 1705509 h 1705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37743" h="1705509">
                  <a:moveTo>
                    <a:pt x="4001409" y="1705509"/>
                  </a:moveTo>
                  <a:lnTo>
                    <a:pt x="36334" y="1705509"/>
                  </a:lnTo>
                  <a:cubicBezTo>
                    <a:pt x="16267" y="1705509"/>
                    <a:pt x="0" y="1689242"/>
                    <a:pt x="0" y="1669175"/>
                  </a:cubicBezTo>
                  <a:lnTo>
                    <a:pt x="0" y="303461"/>
                  </a:lnTo>
                  <a:cubicBezTo>
                    <a:pt x="0" y="283394"/>
                    <a:pt x="16267" y="267127"/>
                    <a:pt x="36334" y="267127"/>
                  </a:cubicBezTo>
                  <a:lnTo>
                    <a:pt x="1863939" y="267127"/>
                  </a:lnTo>
                  <a:lnTo>
                    <a:pt x="2018873" y="0"/>
                  </a:lnTo>
                  <a:lnTo>
                    <a:pt x="2173806" y="267127"/>
                  </a:lnTo>
                  <a:lnTo>
                    <a:pt x="4001409" y="267127"/>
                  </a:lnTo>
                  <a:cubicBezTo>
                    <a:pt x="4021476" y="267127"/>
                    <a:pt x="4037743" y="283394"/>
                    <a:pt x="4037743" y="303461"/>
                  </a:cubicBezTo>
                  <a:lnTo>
                    <a:pt x="4037743" y="1669175"/>
                  </a:lnTo>
                  <a:cubicBezTo>
                    <a:pt x="4037743" y="1689242"/>
                    <a:pt x="4021476" y="1705509"/>
                    <a:pt x="4001409" y="1705509"/>
                  </a:cubicBezTo>
                  <a:close/>
                </a:path>
              </a:pathLst>
            </a:custGeom>
            <a:solidFill>
              <a:srgbClr val="40B4E5"/>
            </a:solidFill>
            <a:ln w="79375" cap="flat" cmpd="sng" algn="ctr">
              <a:solidFill>
                <a:srgbClr val="8CD2E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91436" marR="0" lvl="0" indent="-91436" algn="ctr" defTabSz="914378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44546A"/>
                </a:buClr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华文细黑"/>
                <a:cs typeface="Calibri" panose="020F0502020204030204" pitchFamily="34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133194" y="1821161"/>
              <a:ext cx="2270590" cy="686953"/>
            </a:xfrm>
            <a:prstGeom prst="rect">
              <a:avLst/>
            </a:prstGeom>
          </p:spPr>
          <p:txBody>
            <a:bodyPr wrap="square" lIns="91436" tIns="45718" rIns="91436" bIns="45718" anchor="ctr">
              <a:spAutoFit/>
            </a:bodyPr>
            <a:lstStyle/>
            <a:p>
              <a:pPr marL="0" marR="0" lvl="0" indent="0" algn="ctr" defTabSz="914355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 pitchFamily="34" charset="0"/>
                  <a:ea typeface="华文细黑"/>
                  <a:cs typeface="Calibri" panose="020F0502020204030204" pitchFamily="34" charset="0"/>
                </a:rPr>
                <a:t>DEMO</a:t>
              </a:r>
            </a:p>
          </p:txBody>
        </p:sp>
        <p:sp>
          <p:nvSpPr>
            <p:cNvPr id="23" name="Rectangle 17"/>
            <p:cNvSpPr>
              <a:spLocks noChangeAspect="1"/>
            </p:cNvSpPr>
            <p:nvPr/>
          </p:nvSpPr>
          <p:spPr>
            <a:xfrm>
              <a:off x="2608933" y="1477847"/>
              <a:ext cx="1371600" cy="1371816"/>
            </a:xfrm>
            <a:custGeom>
              <a:avLst/>
              <a:gdLst>
                <a:gd name="connsiteX0" fmla="*/ 0 w 1355558"/>
                <a:gd name="connsiteY0" fmla="*/ 0 h 1357149"/>
                <a:gd name="connsiteX1" fmla="*/ 1355558 w 1355558"/>
                <a:gd name="connsiteY1" fmla="*/ 0 h 1357149"/>
                <a:gd name="connsiteX2" fmla="*/ 1355558 w 1355558"/>
                <a:gd name="connsiteY2" fmla="*/ 1357149 h 1357149"/>
                <a:gd name="connsiteX3" fmla="*/ 0 w 1355558"/>
                <a:gd name="connsiteY3" fmla="*/ 1357149 h 1357149"/>
                <a:gd name="connsiteX4" fmla="*/ 0 w 1355558"/>
                <a:gd name="connsiteY4" fmla="*/ 0 h 1357149"/>
                <a:gd name="connsiteX0" fmla="*/ 0 w 1355780"/>
                <a:gd name="connsiteY0" fmla="*/ 0 h 1357149"/>
                <a:gd name="connsiteX1" fmla="*/ 1355558 w 1355780"/>
                <a:gd name="connsiteY1" fmla="*/ 0 h 1357149"/>
                <a:gd name="connsiteX2" fmla="*/ 1355780 w 1355780"/>
                <a:gd name="connsiteY2" fmla="*/ 684049 h 1357149"/>
                <a:gd name="connsiteX3" fmla="*/ 1355558 w 1355780"/>
                <a:gd name="connsiteY3" fmla="*/ 1357149 h 1357149"/>
                <a:gd name="connsiteX4" fmla="*/ 0 w 1355780"/>
                <a:gd name="connsiteY4" fmla="*/ 1357149 h 1357149"/>
                <a:gd name="connsiteX5" fmla="*/ 0 w 1355780"/>
                <a:gd name="connsiteY5" fmla="*/ 0 h 1357149"/>
                <a:gd name="connsiteX0" fmla="*/ 0 w 1356935"/>
                <a:gd name="connsiteY0" fmla="*/ 0 h 1357149"/>
                <a:gd name="connsiteX1" fmla="*/ 1355558 w 1356935"/>
                <a:gd name="connsiteY1" fmla="*/ 0 h 1357149"/>
                <a:gd name="connsiteX2" fmla="*/ 1355780 w 1356935"/>
                <a:gd name="connsiteY2" fmla="*/ 684049 h 1357149"/>
                <a:gd name="connsiteX3" fmla="*/ 1356935 w 1356935"/>
                <a:gd name="connsiteY3" fmla="*/ 763713 h 1357149"/>
                <a:gd name="connsiteX4" fmla="*/ 1355558 w 1356935"/>
                <a:gd name="connsiteY4" fmla="*/ 1357149 h 1357149"/>
                <a:gd name="connsiteX5" fmla="*/ 0 w 1356935"/>
                <a:gd name="connsiteY5" fmla="*/ 1357149 h 1357149"/>
                <a:gd name="connsiteX6" fmla="*/ 0 w 1356935"/>
                <a:gd name="connsiteY6" fmla="*/ 0 h 1357149"/>
                <a:gd name="connsiteX0" fmla="*/ 0 w 1356935"/>
                <a:gd name="connsiteY0" fmla="*/ 0 h 1357149"/>
                <a:gd name="connsiteX1" fmla="*/ 1355558 w 1356935"/>
                <a:gd name="connsiteY1" fmla="*/ 0 h 1357149"/>
                <a:gd name="connsiteX2" fmla="*/ 1356935 w 1356935"/>
                <a:gd name="connsiteY2" fmla="*/ 588222 h 1357149"/>
                <a:gd name="connsiteX3" fmla="*/ 1355780 w 1356935"/>
                <a:gd name="connsiteY3" fmla="*/ 684049 h 1357149"/>
                <a:gd name="connsiteX4" fmla="*/ 1356935 w 1356935"/>
                <a:gd name="connsiteY4" fmla="*/ 763713 h 1357149"/>
                <a:gd name="connsiteX5" fmla="*/ 1355558 w 1356935"/>
                <a:gd name="connsiteY5" fmla="*/ 1357149 h 1357149"/>
                <a:gd name="connsiteX6" fmla="*/ 0 w 1356935"/>
                <a:gd name="connsiteY6" fmla="*/ 1357149 h 1357149"/>
                <a:gd name="connsiteX7" fmla="*/ 0 w 1356935"/>
                <a:gd name="connsiteY7" fmla="*/ 0 h 1357149"/>
                <a:gd name="connsiteX0" fmla="*/ 0 w 1356935"/>
                <a:gd name="connsiteY0" fmla="*/ 0 h 1357149"/>
                <a:gd name="connsiteX1" fmla="*/ 1355558 w 1356935"/>
                <a:gd name="connsiteY1" fmla="*/ 0 h 1357149"/>
                <a:gd name="connsiteX2" fmla="*/ 1356935 w 1356935"/>
                <a:gd name="connsiteY2" fmla="*/ 588222 h 1357149"/>
                <a:gd name="connsiteX3" fmla="*/ 1284968 w 1356935"/>
                <a:gd name="connsiteY3" fmla="*/ 677891 h 1357149"/>
                <a:gd name="connsiteX4" fmla="*/ 1356935 w 1356935"/>
                <a:gd name="connsiteY4" fmla="*/ 763713 h 1357149"/>
                <a:gd name="connsiteX5" fmla="*/ 1355558 w 1356935"/>
                <a:gd name="connsiteY5" fmla="*/ 1357149 h 1357149"/>
                <a:gd name="connsiteX6" fmla="*/ 0 w 1356935"/>
                <a:gd name="connsiteY6" fmla="*/ 1357149 h 1357149"/>
                <a:gd name="connsiteX7" fmla="*/ 0 w 1356935"/>
                <a:gd name="connsiteY7" fmla="*/ 0 h 135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56935" h="1357149">
                  <a:moveTo>
                    <a:pt x="0" y="0"/>
                  </a:moveTo>
                  <a:lnTo>
                    <a:pt x="1355558" y="0"/>
                  </a:lnTo>
                  <a:lnTo>
                    <a:pt x="1356935" y="588222"/>
                  </a:lnTo>
                  <a:lnTo>
                    <a:pt x="1284968" y="677891"/>
                  </a:lnTo>
                  <a:lnTo>
                    <a:pt x="1356935" y="763713"/>
                  </a:lnTo>
                  <a:lnTo>
                    <a:pt x="1355558" y="1357149"/>
                  </a:lnTo>
                  <a:lnTo>
                    <a:pt x="0" y="13571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6BC25"/>
            </a:solidFill>
            <a:ln w="127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91436" marR="0" lvl="0" indent="-91436" algn="ctr" defTabSz="914378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44546A"/>
                </a:buClr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Verdana"/>
                <a:ea typeface="华文细黑"/>
                <a:cs typeface="Calibri" panose="020F0502020204030204" pitchFamily="34" charset="0"/>
              </a:endParaRPr>
            </a:p>
          </p:txBody>
        </p:sp>
        <p:sp>
          <p:nvSpPr>
            <p:cNvPr id="24" name="Freeform 23"/>
            <p:cNvSpPr>
              <a:spLocks/>
            </p:cNvSpPr>
            <p:nvPr/>
          </p:nvSpPr>
          <p:spPr bwMode="auto">
            <a:xfrm rot="5400000">
              <a:off x="3215081" y="2120452"/>
              <a:ext cx="1421316" cy="77506"/>
            </a:xfrm>
            <a:custGeom>
              <a:avLst/>
              <a:gdLst>
                <a:gd name="T0" fmla="*/ 0 w 6135"/>
                <a:gd name="T1" fmla="*/ 0 h 368"/>
                <a:gd name="T2" fmla="*/ 2726 w 6135"/>
                <a:gd name="T3" fmla="*/ 0 h 368"/>
                <a:gd name="T4" fmla="*/ 3090 w 6135"/>
                <a:gd name="T5" fmla="*/ 368 h 368"/>
                <a:gd name="T6" fmla="*/ 3440 w 6135"/>
                <a:gd name="T7" fmla="*/ 0 h 368"/>
                <a:gd name="T8" fmla="*/ 6135 w 6135"/>
                <a:gd name="T9" fmla="*/ 0 h 3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35" h="368">
                  <a:moveTo>
                    <a:pt x="0" y="0"/>
                  </a:moveTo>
                  <a:lnTo>
                    <a:pt x="2726" y="0"/>
                  </a:lnTo>
                  <a:lnTo>
                    <a:pt x="3090" y="368"/>
                  </a:lnTo>
                  <a:lnTo>
                    <a:pt x="3440" y="0"/>
                  </a:lnTo>
                  <a:lnTo>
                    <a:pt x="6135" y="0"/>
                  </a:lnTo>
                </a:path>
              </a:pathLst>
            </a:custGeom>
            <a:noFill/>
            <a:ln w="38100" cap="rnd" cmpd="sng" algn="ctr">
              <a:solidFill>
                <a:srgbClr val="8CD2EF"/>
              </a:solidFill>
              <a:prstDash val="solid"/>
            </a:ln>
            <a:effectLst/>
            <a:ex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3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35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Verdana"/>
                <a:ea typeface="华文细黑"/>
                <a:cs typeface="Calibri" panose="020F0502020204030204" pitchFamily="34" charset="0"/>
              </a:endParaRPr>
            </a:p>
          </p:txBody>
        </p:sp>
        <p:sp>
          <p:nvSpPr>
            <p:cNvPr id="25" name="Shape">
              <a:extLst>
                <a:ext uri="{FF2B5EF4-FFF2-40B4-BE49-F238E27FC236}">
                  <a16:creationId xmlns:a16="http://schemas.microsoft.com/office/drawing/2014/main" id="{519F260E-509D-754A-AFA5-E804E2DE7649}"/>
                </a:ext>
              </a:extLst>
            </p:cNvPr>
            <p:cNvSpPr/>
            <p:nvPr/>
          </p:nvSpPr>
          <p:spPr>
            <a:xfrm>
              <a:off x="2988945" y="1860769"/>
              <a:ext cx="596912" cy="5968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54" h="21057" extrusionOk="0">
                  <a:moveTo>
                    <a:pt x="17610" y="7168"/>
                  </a:moveTo>
                  <a:cubicBezTo>
                    <a:pt x="16256" y="7168"/>
                    <a:pt x="15158" y="6064"/>
                    <a:pt x="15158" y="4703"/>
                  </a:cubicBezTo>
                  <a:cubicBezTo>
                    <a:pt x="15158" y="3343"/>
                    <a:pt x="16256" y="2239"/>
                    <a:pt x="17610" y="2239"/>
                  </a:cubicBezTo>
                  <a:cubicBezTo>
                    <a:pt x="18964" y="2239"/>
                    <a:pt x="20062" y="3343"/>
                    <a:pt x="20062" y="4703"/>
                  </a:cubicBezTo>
                  <a:cubicBezTo>
                    <a:pt x="20062" y="6064"/>
                    <a:pt x="18964" y="7168"/>
                    <a:pt x="17610" y="7168"/>
                  </a:cubicBezTo>
                  <a:close/>
                  <a:moveTo>
                    <a:pt x="10700" y="6262"/>
                  </a:moveTo>
                  <a:lnTo>
                    <a:pt x="10700" y="3807"/>
                  </a:lnTo>
                  <a:cubicBezTo>
                    <a:pt x="10700" y="2941"/>
                    <a:pt x="10001" y="2239"/>
                    <a:pt x="9139" y="2239"/>
                  </a:cubicBezTo>
                  <a:cubicBezTo>
                    <a:pt x="8278" y="2239"/>
                    <a:pt x="7579" y="2941"/>
                    <a:pt x="7579" y="3807"/>
                  </a:cubicBezTo>
                  <a:lnTo>
                    <a:pt x="7579" y="6262"/>
                  </a:lnTo>
                  <a:cubicBezTo>
                    <a:pt x="7225" y="6034"/>
                    <a:pt x="6924" y="5732"/>
                    <a:pt x="6698" y="5376"/>
                  </a:cubicBezTo>
                  <a:cubicBezTo>
                    <a:pt x="5836" y="4021"/>
                    <a:pt x="6230" y="2220"/>
                    <a:pt x="7579" y="1354"/>
                  </a:cubicBezTo>
                  <a:cubicBezTo>
                    <a:pt x="8928" y="488"/>
                    <a:pt x="10720" y="884"/>
                    <a:pt x="11581" y="2240"/>
                  </a:cubicBezTo>
                  <a:cubicBezTo>
                    <a:pt x="12443" y="3595"/>
                    <a:pt x="12049" y="5396"/>
                    <a:pt x="10700" y="6262"/>
                  </a:cubicBezTo>
                  <a:close/>
                  <a:moveTo>
                    <a:pt x="11083" y="8128"/>
                  </a:moveTo>
                  <a:cubicBezTo>
                    <a:pt x="11390" y="7981"/>
                    <a:pt x="11758" y="8090"/>
                    <a:pt x="11937" y="8381"/>
                  </a:cubicBezTo>
                  <a:lnTo>
                    <a:pt x="12037" y="8542"/>
                  </a:lnTo>
                  <a:lnTo>
                    <a:pt x="12037" y="9856"/>
                  </a:lnTo>
                  <a:cubicBezTo>
                    <a:pt x="12037" y="10453"/>
                    <a:pt x="12929" y="10453"/>
                    <a:pt x="12929" y="9856"/>
                  </a:cubicBezTo>
                  <a:lnTo>
                    <a:pt x="12929" y="8837"/>
                  </a:lnTo>
                  <a:lnTo>
                    <a:pt x="13211" y="8635"/>
                  </a:lnTo>
                  <a:cubicBezTo>
                    <a:pt x="13315" y="8561"/>
                    <a:pt x="13439" y="8518"/>
                    <a:pt x="13567" y="8512"/>
                  </a:cubicBezTo>
                  <a:cubicBezTo>
                    <a:pt x="13936" y="8495"/>
                    <a:pt x="14249" y="8782"/>
                    <a:pt x="14266" y="9153"/>
                  </a:cubicBezTo>
                  <a:lnTo>
                    <a:pt x="14274" y="9318"/>
                  </a:lnTo>
                  <a:cubicBezTo>
                    <a:pt x="14269" y="9347"/>
                    <a:pt x="14266" y="9377"/>
                    <a:pt x="14266" y="9408"/>
                  </a:cubicBezTo>
                  <a:lnTo>
                    <a:pt x="14266" y="10752"/>
                  </a:lnTo>
                  <a:cubicBezTo>
                    <a:pt x="14266" y="11349"/>
                    <a:pt x="15158" y="11349"/>
                    <a:pt x="15158" y="10752"/>
                  </a:cubicBezTo>
                  <a:lnTo>
                    <a:pt x="15158" y="10105"/>
                  </a:lnTo>
                  <a:lnTo>
                    <a:pt x="15542" y="9920"/>
                  </a:lnTo>
                  <a:cubicBezTo>
                    <a:pt x="15631" y="9878"/>
                    <a:pt x="15728" y="9856"/>
                    <a:pt x="15827" y="9856"/>
                  </a:cubicBezTo>
                  <a:cubicBezTo>
                    <a:pt x="16196" y="9856"/>
                    <a:pt x="16496" y="10157"/>
                    <a:pt x="16496" y="10528"/>
                  </a:cubicBezTo>
                  <a:lnTo>
                    <a:pt x="16492" y="15231"/>
                  </a:lnTo>
                  <a:cubicBezTo>
                    <a:pt x="16392" y="17964"/>
                    <a:pt x="14130" y="20161"/>
                    <a:pt x="11369" y="20161"/>
                  </a:cubicBezTo>
                  <a:cubicBezTo>
                    <a:pt x="9834" y="20163"/>
                    <a:pt x="8380" y="19472"/>
                    <a:pt x="7407" y="18280"/>
                  </a:cubicBezTo>
                  <a:cubicBezTo>
                    <a:pt x="6033" y="16208"/>
                    <a:pt x="5350" y="14765"/>
                    <a:pt x="5350" y="14112"/>
                  </a:cubicBezTo>
                  <a:cubicBezTo>
                    <a:pt x="5350" y="12649"/>
                    <a:pt x="6371" y="10769"/>
                    <a:pt x="7579" y="9672"/>
                  </a:cubicBezTo>
                  <a:lnTo>
                    <a:pt x="7579" y="12544"/>
                  </a:lnTo>
                  <a:cubicBezTo>
                    <a:pt x="7579" y="12792"/>
                    <a:pt x="7779" y="12992"/>
                    <a:pt x="8025" y="12992"/>
                  </a:cubicBezTo>
                  <a:cubicBezTo>
                    <a:pt x="8271" y="12992"/>
                    <a:pt x="8471" y="12792"/>
                    <a:pt x="8471" y="12544"/>
                  </a:cubicBezTo>
                  <a:lnTo>
                    <a:pt x="8471" y="3807"/>
                  </a:lnTo>
                  <a:cubicBezTo>
                    <a:pt x="8471" y="3436"/>
                    <a:pt x="8770" y="3135"/>
                    <a:pt x="9139" y="3135"/>
                  </a:cubicBezTo>
                  <a:cubicBezTo>
                    <a:pt x="9509" y="3135"/>
                    <a:pt x="9808" y="3436"/>
                    <a:pt x="9808" y="3807"/>
                  </a:cubicBezTo>
                  <a:lnTo>
                    <a:pt x="9808" y="9408"/>
                  </a:lnTo>
                  <a:cubicBezTo>
                    <a:pt x="9808" y="9655"/>
                    <a:pt x="10008" y="9856"/>
                    <a:pt x="10254" y="9856"/>
                  </a:cubicBezTo>
                  <a:cubicBezTo>
                    <a:pt x="10500" y="9856"/>
                    <a:pt x="10700" y="9655"/>
                    <a:pt x="10700" y="9408"/>
                  </a:cubicBezTo>
                  <a:lnTo>
                    <a:pt x="10700" y="8310"/>
                  </a:lnTo>
                  <a:cubicBezTo>
                    <a:pt x="10700" y="8310"/>
                    <a:pt x="11083" y="8128"/>
                    <a:pt x="11083" y="8128"/>
                  </a:cubicBezTo>
                  <a:close/>
                  <a:moveTo>
                    <a:pt x="2452" y="10752"/>
                  </a:moveTo>
                  <a:cubicBezTo>
                    <a:pt x="1590" y="10752"/>
                    <a:pt x="892" y="10050"/>
                    <a:pt x="892" y="9184"/>
                  </a:cubicBezTo>
                  <a:cubicBezTo>
                    <a:pt x="892" y="8318"/>
                    <a:pt x="1590" y="7616"/>
                    <a:pt x="2452" y="7616"/>
                  </a:cubicBezTo>
                  <a:cubicBezTo>
                    <a:pt x="3314" y="7616"/>
                    <a:pt x="4012" y="8318"/>
                    <a:pt x="4012" y="9184"/>
                  </a:cubicBezTo>
                  <a:cubicBezTo>
                    <a:pt x="4012" y="10050"/>
                    <a:pt x="3314" y="10752"/>
                    <a:pt x="2452" y="10752"/>
                  </a:cubicBezTo>
                  <a:close/>
                  <a:moveTo>
                    <a:pt x="18298" y="1413"/>
                  </a:moveTo>
                  <a:cubicBezTo>
                    <a:pt x="16491" y="1030"/>
                    <a:pt x="14718" y="2193"/>
                    <a:pt x="14338" y="4009"/>
                  </a:cubicBezTo>
                  <a:lnTo>
                    <a:pt x="12929" y="3832"/>
                  </a:lnTo>
                  <a:cubicBezTo>
                    <a:pt x="12933" y="3197"/>
                    <a:pt x="12779" y="2572"/>
                    <a:pt x="12481" y="2012"/>
                  </a:cubicBezTo>
                  <a:cubicBezTo>
                    <a:pt x="11493" y="158"/>
                    <a:pt x="9197" y="-541"/>
                    <a:pt x="7351" y="451"/>
                  </a:cubicBezTo>
                  <a:cubicBezTo>
                    <a:pt x="5506" y="1444"/>
                    <a:pt x="4811" y="3752"/>
                    <a:pt x="5799" y="5606"/>
                  </a:cubicBezTo>
                  <a:lnTo>
                    <a:pt x="3859" y="7165"/>
                  </a:lnTo>
                  <a:cubicBezTo>
                    <a:pt x="3029" y="6581"/>
                    <a:pt x="1925" y="6570"/>
                    <a:pt x="1084" y="7139"/>
                  </a:cubicBezTo>
                  <a:cubicBezTo>
                    <a:pt x="-40" y="7899"/>
                    <a:pt x="-338" y="9430"/>
                    <a:pt x="418" y="10559"/>
                  </a:cubicBezTo>
                  <a:cubicBezTo>
                    <a:pt x="1173" y="11688"/>
                    <a:pt x="2697" y="11988"/>
                    <a:pt x="3821" y="11228"/>
                  </a:cubicBezTo>
                  <a:cubicBezTo>
                    <a:pt x="4945" y="10469"/>
                    <a:pt x="5243" y="8938"/>
                    <a:pt x="4487" y="7808"/>
                  </a:cubicBezTo>
                  <a:lnTo>
                    <a:pt x="6311" y="6342"/>
                  </a:lnTo>
                  <a:cubicBezTo>
                    <a:pt x="6664" y="6739"/>
                    <a:pt x="7096" y="7059"/>
                    <a:pt x="7579" y="7279"/>
                  </a:cubicBezTo>
                  <a:lnTo>
                    <a:pt x="7579" y="7279"/>
                  </a:lnTo>
                  <a:lnTo>
                    <a:pt x="7579" y="8529"/>
                  </a:lnTo>
                  <a:cubicBezTo>
                    <a:pt x="5889" y="9697"/>
                    <a:pt x="4458" y="12185"/>
                    <a:pt x="4458" y="14112"/>
                  </a:cubicBezTo>
                  <a:cubicBezTo>
                    <a:pt x="4458" y="15033"/>
                    <a:pt x="5231" y="16613"/>
                    <a:pt x="6665" y="18776"/>
                  </a:cubicBezTo>
                  <a:lnTo>
                    <a:pt x="6719" y="18849"/>
                  </a:lnTo>
                  <a:cubicBezTo>
                    <a:pt x="7861" y="20249"/>
                    <a:pt x="9568" y="21059"/>
                    <a:pt x="11369" y="21057"/>
                  </a:cubicBezTo>
                  <a:cubicBezTo>
                    <a:pt x="14601" y="21057"/>
                    <a:pt x="17265" y="18486"/>
                    <a:pt x="17383" y="15265"/>
                  </a:cubicBezTo>
                  <a:lnTo>
                    <a:pt x="17387" y="10529"/>
                  </a:lnTo>
                  <a:cubicBezTo>
                    <a:pt x="17387" y="10296"/>
                    <a:pt x="17336" y="10065"/>
                    <a:pt x="17236" y="9855"/>
                  </a:cubicBezTo>
                  <a:cubicBezTo>
                    <a:pt x="16866" y="9072"/>
                    <a:pt x="15935" y="8740"/>
                    <a:pt x="15157" y="9112"/>
                  </a:cubicBezTo>
                  <a:cubicBezTo>
                    <a:pt x="15143" y="8811"/>
                    <a:pt x="15043" y="8520"/>
                    <a:pt x="14869" y="8274"/>
                  </a:cubicBezTo>
                  <a:cubicBezTo>
                    <a:pt x="14370" y="7569"/>
                    <a:pt x="13395" y="7404"/>
                    <a:pt x="12693" y="7906"/>
                  </a:cubicBezTo>
                  <a:cubicBezTo>
                    <a:pt x="12274" y="7229"/>
                    <a:pt x="11416" y="6977"/>
                    <a:pt x="10700" y="7319"/>
                  </a:cubicBezTo>
                  <a:lnTo>
                    <a:pt x="10700" y="7279"/>
                  </a:lnTo>
                  <a:cubicBezTo>
                    <a:pt x="11758" y="6797"/>
                    <a:pt x="12539" y="5855"/>
                    <a:pt x="12819" y="4721"/>
                  </a:cubicBezTo>
                  <a:lnTo>
                    <a:pt x="14272" y="4904"/>
                  </a:lnTo>
                  <a:cubicBezTo>
                    <a:pt x="14363" y="6414"/>
                    <a:pt x="15448" y="7678"/>
                    <a:pt x="16922" y="7989"/>
                  </a:cubicBezTo>
                  <a:cubicBezTo>
                    <a:pt x="18729" y="8371"/>
                    <a:pt x="20502" y="7209"/>
                    <a:pt x="20882" y="5393"/>
                  </a:cubicBezTo>
                  <a:cubicBezTo>
                    <a:pt x="21262" y="3577"/>
                    <a:pt x="20105" y="1795"/>
                    <a:pt x="18298" y="1413"/>
                  </a:cubicBezTo>
                  <a:close/>
                </a:path>
              </a:pathLst>
            </a:custGeom>
            <a:solidFill>
              <a:sysClr val="window" lastClr="FFFFFF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 marL="0" marR="0" lvl="0" indent="0" defTabSz="914378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kumimoji="0" sz="3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华文细黑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503958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573088" y="206375"/>
            <a:ext cx="8004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73088" y="898525"/>
            <a:ext cx="8004175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cxnSp>
        <p:nvCxnSpPr>
          <p:cNvPr id="4" name="Straight Arrow Connector 3"/>
          <p:cNvCxnSpPr/>
          <p:nvPr userDrawn="1"/>
        </p:nvCxnSpPr>
        <p:spPr>
          <a:xfrm>
            <a:off x="711200" y="4749286"/>
            <a:ext cx="0" cy="184150"/>
          </a:xfrm>
          <a:prstGeom prst="straightConnector1">
            <a:avLst/>
          </a:prstGeom>
          <a:ln w="12700">
            <a:solidFill>
              <a:schemeClr val="tx2"/>
            </a:solidFill>
            <a:prstDash val="solid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907449" y="4698486"/>
            <a:ext cx="1530350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r>
              <a:rPr lang="en-CA" sz="800" b="0" i="0" u="none" strike="noStrike" kern="1200" dirty="0">
                <a:solidFill>
                  <a:schemeClr val="accent1">
                    <a:lumMod val="50000"/>
                  </a:schemeClr>
                </a:solidFill>
                <a:effectLst/>
                <a:latin typeface="Calibri" charset="0"/>
                <a:ea typeface="ＭＳ Ｐゴシック" charset="-128"/>
                <a:cs typeface="ＭＳ Ｐゴシック" charset="0"/>
              </a:rPr>
              <a:t>© 2019 Trend Micro Inc.</a:t>
            </a:r>
            <a:endParaRPr lang="en-US" altLang="en-US" sz="800" dirty="0">
              <a:solidFill>
                <a:schemeClr val="accent1">
                  <a:lumMod val="50000"/>
                </a:schemeClr>
              </a:solidFill>
              <a:cs typeface="+mn-cs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457200" y="4698486"/>
            <a:ext cx="231775" cy="27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/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fld id="{254965D2-80C0-1A45-9A24-F6B60E31FA3F}" type="slidenum">
              <a:rPr lang="en-US" sz="800" smtClean="0">
                <a:solidFill>
                  <a:srgbClr val="7F7F7F"/>
                </a:solidFill>
              </a:rPr>
              <a:pPr eaLnBrk="1" hangingPunct="1">
                <a:defRPr/>
              </a:pPr>
              <a:t>‹#›</a:t>
            </a:fld>
            <a:endParaRPr lang="en-US" sz="800" dirty="0">
              <a:solidFill>
                <a:srgbClr val="7F7F7F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408" y="4663440"/>
            <a:ext cx="950613" cy="32004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8" r:id="rId2"/>
    <p:sldLayoutId id="2147483902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3600" kern="1200">
          <a:solidFill>
            <a:schemeClr val="tx2"/>
          </a:solidFill>
          <a:latin typeface="Calibri"/>
          <a:ea typeface="ＭＳ Ｐゴシック" charset="-128"/>
          <a:cs typeface="Calibri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rgbClr val="636466"/>
          </a:solidFill>
          <a:latin typeface="Calibri" charset="0"/>
          <a:ea typeface="ＭＳ Ｐゴシック" charset="-128"/>
          <a:cs typeface="Calibri" charset="0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rgbClr val="636466"/>
          </a:solidFill>
          <a:latin typeface="Calibri" charset="0"/>
          <a:ea typeface="ＭＳ Ｐゴシック" charset="-128"/>
          <a:cs typeface="Calibri" charset="0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rgbClr val="636466"/>
          </a:solidFill>
          <a:latin typeface="Calibri" charset="0"/>
          <a:ea typeface="ＭＳ Ｐゴシック" charset="-128"/>
          <a:cs typeface="Calibri" charset="0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rgbClr val="636466"/>
          </a:solidFill>
          <a:latin typeface="Calibri" charset="0"/>
          <a:ea typeface="ＭＳ Ｐゴシック" charset="-128"/>
          <a:cs typeface="Calibri" charset="0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rgbClr val="636466"/>
          </a:solidFill>
          <a:latin typeface="Calibri" charset="0"/>
          <a:ea typeface="ＭＳ Ｐゴシック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rgbClr val="636466"/>
          </a:solidFill>
          <a:latin typeface="Calibri" charset="0"/>
          <a:ea typeface="ＭＳ Ｐゴシック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rgbClr val="636466"/>
          </a:solidFill>
          <a:latin typeface="Calibri" charset="0"/>
          <a:ea typeface="ＭＳ Ｐゴシック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3600">
          <a:solidFill>
            <a:srgbClr val="636466"/>
          </a:solidFill>
          <a:latin typeface="Calibri" charset="0"/>
          <a:ea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Clr>
          <a:srgbClr val="ED1C24"/>
        </a:buClr>
        <a:buFont typeface="Arial" charset="0"/>
        <a:buChar char="•"/>
        <a:defRPr sz="3200" kern="1200">
          <a:solidFill>
            <a:schemeClr val="tx1"/>
          </a:solidFill>
          <a:latin typeface="Calibri"/>
          <a:ea typeface="ＭＳ Ｐゴシック" charset="-128"/>
          <a:cs typeface="Calibri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Clr>
          <a:srgbClr val="ED1C24"/>
        </a:buClr>
        <a:buFont typeface="Arial" charset="0"/>
        <a:buChar char="–"/>
        <a:defRPr sz="2800" kern="1200">
          <a:solidFill>
            <a:schemeClr val="tx1"/>
          </a:solidFill>
          <a:latin typeface="Calibri"/>
          <a:ea typeface="ＭＳ Ｐゴシック" charset="-128"/>
          <a:cs typeface="Calibri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ED1C24"/>
        </a:buClr>
        <a:buFont typeface="Arial" charset="0"/>
        <a:buChar char="•"/>
        <a:defRPr sz="2400" kern="1200">
          <a:solidFill>
            <a:schemeClr val="tx1"/>
          </a:solidFill>
          <a:latin typeface="Calibri"/>
          <a:ea typeface="ＭＳ Ｐゴシック" charset="-128"/>
          <a:cs typeface="Calibri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ED1C24"/>
        </a:buClr>
        <a:buFont typeface="Arial" charset="0"/>
        <a:buChar char="–"/>
        <a:defRPr sz="2000" kern="1200">
          <a:solidFill>
            <a:schemeClr val="tx1"/>
          </a:solidFill>
          <a:latin typeface="Calibri"/>
          <a:ea typeface="ＭＳ Ｐゴシック" charset="-128"/>
          <a:cs typeface="Calibri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ED1C24"/>
        </a:buClr>
        <a:buFont typeface="Arial" charset="0"/>
        <a:buChar char="»"/>
        <a:defRPr kern="1200">
          <a:solidFill>
            <a:schemeClr val="tx1"/>
          </a:solidFill>
          <a:latin typeface="Calibri"/>
          <a:ea typeface="ＭＳ Ｐゴシック" charset="-128"/>
          <a:cs typeface="Calibri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1689" y="236453"/>
            <a:ext cx="7478712" cy="531360"/>
          </a:xfrm>
        </p:spPr>
        <p:txBody>
          <a:bodyPr/>
          <a:lstStyle/>
          <a:p>
            <a:pPr algn="ctr"/>
            <a:r>
              <a:rPr lang="en-US" b="1" dirty="0" smtClean="0"/>
              <a:t>Welcome New </a:t>
            </a:r>
            <a:r>
              <a:rPr lang="en-US" b="1" dirty="0" err="1" smtClean="0"/>
              <a:t>Trender</a:t>
            </a:r>
            <a:r>
              <a:rPr lang="en-US" b="1" dirty="0" smtClean="0"/>
              <a:t> to </a:t>
            </a:r>
            <a:r>
              <a:rPr lang="en-US" altLang="zh-CN" b="1" dirty="0" smtClean="0"/>
              <a:t>J</a:t>
            </a:r>
            <a:r>
              <a:rPr lang="en-US" b="1" dirty="0" smtClean="0"/>
              <a:t>oin </a:t>
            </a:r>
            <a:r>
              <a:rPr lang="en-US" b="1" dirty="0"/>
              <a:t>U</a:t>
            </a:r>
            <a:r>
              <a:rPr lang="en-US" altLang="zh-CN" b="1" dirty="0" smtClean="0"/>
              <a:t>s!</a:t>
            </a:r>
            <a:endParaRPr lang="en-US" b="1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894821" y="1939480"/>
            <a:ext cx="4735512" cy="2615587"/>
          </a:xfrm>
          <a:prstGeom prst="rect">
            <a:avLst/>
          </a:prstGeom>
          <a:noFill/>
          <a:ln w="12700">
            <a:solidFill>
              <a:schemeClr val="accent2">
                <a:lumMod val="60000"/>
                <a:lumOff val="40000"/>
              </a:schemeClr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432000" defTabSz="914400">
              <a:spcBef>
                <a:spcPts val="1200"/>
              </a:spcBef>
              <a:buNone/>
            </a:pPr>
            <a:r>
              <a:rPr lang="zh-CN" altLang="en-US" sz="1600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请在此输入您简短的自</a:t>
            </a:r>
            <a:r>
              <a:rPr lang="zh-CN" alt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我介</a:t>
            </a:r>
            <a:r>
              <a:rPr lang="zh-CN" altLang="en-US" sz="1600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绍（</a:t>
            </a:r>
            <a:r>
              <a:rPr lang="en-US" altLang="zh-CN" sz="1600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100</a:t>
            </a:r>
            <a:r>
              <a:rPr lang="zh-CN" alt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字左右，介绍家乡，院校，之前的工作</a:t>
            </a:r>
            <a:r>
              <a:rPr lang="zh-CN" altLang="en-US" sz="1600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或兴</a:t>
            </a:r>
            <a:r>
              <a:rPr lang="zh-CN" alt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趣爱好等，会向全</a:t>
            </a:r>
            <a:r>
              <a:rPr lang="zh-CN" altLang="en-US" sz="1600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体</a:t>
            </a:r>
            <a:r>
              <a:rPr lang="zh-CN" alt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同事</a:t>
            </a:r>
            <a:r>
              <a:rPr lang="zh-CN" altLang="en-US" sz="1600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展</a:t>
            </a:r>
            <a:r>
              <a:rPr lang="zh-CN" alt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示</a:t>
            </a:r>
            <a:r>
              <a:rPr lang="zh-CN" altLang="en-US" sz="1600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）</a:t>
            </a:r>
            <a:endParaRPr kumimoji="0" lang="zh-CN" altLang="en-U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801688" y="767813"/>
            <a:ext cx="3614999" cy="9228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姓名：</a:t>
            </a:r>
            <a:r>
              <a:rPr lang="zh-CN" altLang="en-US" sz="1800" dirty="0">
                <a:solidFill>
                  <a:prstClr val="black">
                    <a:lumMod val="65000"/>
                    <a:lumOff val="35000"/>
                  </a:prstClr>
                </a:solidFill>
              </a:rPr>
              <a:t>英文名 中文名</a:t>
            </a:r>
            <a:endParaRPr lang="en-US" altLang="zh-CN" sz="1800" dirty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部门：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</a:rPr>
              <a:t>(</a:t>
            </a:r>
            <a:r>
              <a:rPr lang="zh-CN" altLang="en-US" sz="1800" noProof="0" dirty="0" smtClean="0">
                <a:solidFill>
                  <a:schemeClr val="accent4"/>
                </a:solidFill>
              </a:rPr>
              <a:t>由</a:t>
            </a:r>
            <a:r>
              <a:rPr lang="en-US" altLang="zh-CN" sz="1800" noProof="0" dirty="0" smtClean="0">
                <a:solidFill>
                  <a:schemeClr val="accent4"/>
                </a:solidFill>
              </a:rPr>
              <a:t>HR</a:t>
            </a:r>
            <a:r>
              <a:rPr lang="zh-CN" altLang="en-US" sz="1800" noProof="0" dirty="0" smtClean="0">
                <a:solidFill>
                  <a:schemeClr val="accent4"/>
                </a:solidFill>
              </a:rPr>
              <a:t>填写）</a:t>
            </a:r>
            <a:endParaRPr kumimoji="0" lang="en-US" altLang="zh-CN" sz="1800" b="0" i="0" u="none" strike="noStrike" kern="1200" cap="none" spc="0" normalizeH="0" baseline="0" noProof="0" dirty="0" smtClean="0">
              <a:ln>
                <a:noFill/>
              </a:ln>
              <a:solidFill>
                <a:schemeClr val="accent4"/>
              </a:solidFill>
              <a:effectLst/>
              <a:uLnTx/>
              <a:uFillTx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6006681" y="1046734"/>
            <a:ext cx="2698718" cy="3508333"/>
          </a:xfrm>
          <a:prstGeom prst="rect">
            <a:avLst/>
          </a:prstGeom>
          <a:noFill/>
          <a:ln w="12700">
            <a:solidFill>
              <a:schemeClr val="tx1">
                <a:lumMod val="20000"/>
                <a:lumOff val="80000"/>
              </a:schemeClr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lnSpc>
                <a:spcPct val="150000"/>
              </a:lnSpc>
              <a:buNone/>
            </a:pPr>
            <a:endParaRPr lang="en-US" altLang="zh-CN" sz="1600" dirty="0" smtClea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0" indent="0" defTabSz="914400">
              <a:lnSpc>
                <a:spcPct val="150000"/>
              </a:lnSpc>
              <a:buNone/>
            </a:pPr>
            <a:endParaRPr lang="en-US" altLang="zh-CN" sz="1600" dirty="0" smtClea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0" indent="0" algn="ctr" defTabSz="914400">
              <a:lnSpc>
                <a:spcPct val="150000"/>
              </a:lnSpc>
              <a:buNone/>
            </a:pPr>
            <a:r>
              <a:rPr lang="zh-CN" altLang="en-US" sz="1600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请</a:t>
            </a:r>
            <a:r>
              <a:rPr lang="zh-CN" altLang="en-US" sz="1600" dirty="0">
                <a:solidFill>
                  <a:prstClr val="black">
                    <a:lumMod val="65000"/>
                    <a:lumOff val="35000"/>
                  </a:prstClr>
                </a:solidFill>
              </a:rPr>
              <a:t>在</a:t>
            </a:r>
            <a:r>
              <a:rPr lang="zh-CN" altLang="en-US" sz="1600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此粘贴</a:t>
            </a:r>
            <a:endParaRPr lang="en-US" altLang="zh-CN" sz="1600" dirty="0" smtClea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0" indent="0" algn="ctr" defTabSz="914400">
              <a:lnSpc>
                <a:spcPct val="150000"/>
              </a:lnSpc>
              <a:buNone/>
            </a:pPr>
            <a:r>
              <a:rPr lang="zh-CN" altLang="en-US" sz="1600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您的近期个人生活照</a:t>
            </a:r>
            <a:endParaRPr lang="en-US" altLang="zh-CN" sz="1600" dirty="0" smtClea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pPr marL="0" indent="0" algn="ctr" defTabSz="914400">
              <a:lnSpc>
                <a:spcPct val="150000"/>
              </a:lnSpc>
              <a:buNone/>
            </a:pPr>
            <a:r>
              <a:rPr lang="zh-CN" altLang="en-US" sz="1600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（竖版）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1294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_Corporate_Template_150506">
  <a:themeElements>
    <a:clrScheme name="Custom 3">
      <a:dk1>
        <a:srgbClr val="4D4D4F"/>
      </a:dk1>
      <a:lt1>
        <a:srgbClr val="FFFFFF"/>
      </a:lt1>
      <a:dk2>
        <a:srgbClr val="D71920"/>
      </a:dk2>
      <a:lt2>
        <a:srgbClr val="B01116"/>
      </a:lt2>
      <a:accent1>
        <a:srgbClr val="E6E7E8"/>
      </a:accent1>
      <a:accent2>
        <a:srgbClr val="F57B20"/>
      </a:accent2>
      <a:accent3>
        <a:srgbClr val="D60C8C"/>
      </a:accent3>
      <a:accent4>
        <a:srgbClr val="00A4E4"/>
      </a:accent4>
      <a:accent5>
        <a:srgbClr val="00467F"/>
      </a:accent5>
      <a:accent6>
        <a:srgbClr val="00A94F"/>
      </a:accent6>
      <a:hlink>
        <a:srgbClr val="0070C0"/>
      </a:hlink>
      <a:folHlink>
        <a:srgbClr val="D7192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75000"/>
            </a:schemeClr>
          </a:solidFill>
          <a:prstDash val="sysDot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tlCol="0">
        <a:noAutofit/>
      </a:bodyPr>
      <a:lstStyle>
        <a:defPPr algn="l">
          <a:defRPr sz="2400" dirty="0">
            <a:solidFill>
              <a:schemeClr val="tx1"/>
            </a:solidFill>
            <a:latin typeface="Calibri"/>
            <a:cs typeface="Calibri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5" id="{4C9A8651-0AA1-4DFE-8A21-51634C6238FB}" vid="{34F961C3-A425-4407-86ED-81D292C3F9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Trend 2019 - short</Template>
  <TotalTime>24348</TotalTime>
  <Words>91</Words>
  <Application>Microsoft Office PowerPoint</Application>
  <PresentationFormat>On-screen Show (16:9)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ＭＳ Ｐゴシック</vt:lpstr>
      <vt:lpstr>华文细黑</vt:lpstr>
      <vt:lpstr>Microsoft YaHei</vt:lpstr>
      <vt:lpstr>Microsoft YaHei</vt:lpstr>
      <vt:lpstr>Arial</vt:lpstr>
      <vt:lpstr>Calibri</vt:lpstr>
      <vt:lpstr>Verdana</vt:lpstr>
      <vt:lpstr>PPT_Corporate_Template_150506</vt:lpstr>
      <vt:lpstr>Welcome New Trender to Join Us!</vt:lpstr>
    </vt:vector>
  </TitlesOfParts>
  <Manager/>
  <Company>Trend Micro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subject/>
  <dc:creator>Scott Huang (IS-TW)</dc:creator>
  <cp:keywords/>
  <dc:description/>
  <cp:lastModifiedBy>Daisy Pan (HR-CN)</cp:lastModifiedBy>
  <cp:revision>264</cp:revision>
  <cp:lastPrinted>2014-12-02T16:05:38Z</cp:lastPrinted>
  <dcterms:created xsi:type="dcterms:W3CDTF">2019-05-13T06:02:48Z</dcterms:created>
  <dcterms:modified xsi:type="dcterms:W3CDTF">2019-09-06T08:21:38Z</dcterms:modified>
  <cp:category/>
</cp:coreProperties>
</file>